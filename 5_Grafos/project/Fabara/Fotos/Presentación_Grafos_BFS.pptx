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OSORIO OSORIO" userId="bb5235a0-4d5f-440e-8092-48d38e8725ae" providerId="ADAL" clId="{D8C42140-222E-47E9-BC2F-B265F3D81D72}"/>
    <pc:docChg chg="modSld">
      <pc:chgData name="JOSHUA OSORIO OSORIO" userId="bb5235a0-4d5f-440e-8092-48d38e8725ae" providerId="ADAL" clId="{D8C42140-222E-47E9-BC2F-B265F3D81D72}" dt="2025-12-01T04:43:32.890" v="27" actId="20577"/>
      <pc:docMkLst>
        <pc:docMk/>
      </pc:docMkLst>
      <pc:sldChg chg="modSp mod">
        <pc:chgData name="JOSHUA OSORIO OSORIO" userId="bb5235a0-4d5f-440e-8092-48d38e8725ae" providerId="ADAL" clId="{D8C42140-222E-47E9-BC2F-B265F3D81D72}" dt="2025-12-01T04:43:32.890" v="27" actId="20577"/>
        <pc:sldMkLst>
          <pc:docMk/>
          <pc:sldMk cId="0" sldId="256"/>
        </pc:sldMkLst>
        <pc:spChg chg="mod">
          <ac:chgData name="JOSHUA OSORIO OSORIO" userId="bb5235a0-4d5f-440e-8092-48d38e8725ae" providerId="ADAL" clId="{D8C42140-222E-47E9-BC2F-B265F3D81D72}" dt="2025-12-01T04:43:32.890" v="2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Implementación de Grafos y Búsqueda en Anchura (BFS)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Equipo:</a:t>
            </a:r>
            <a:r>
              <a:rPr lang="es-MX" dirty="0"/>
              <a:t> Joshua Osorio</a:t>
            </a:r>
            <a:endParaRPr dirty="0"/>
          </a:p>
          <a:p>
            <a:r>
              <a:rPr dirty="0" err="1"/>
              <a:t>Algoritmos</a:t>
            </a:r>
            <a:r>
              <a:rPr dirty="0"/>
              <a:t> y </a:t>
            </a:r>
            <a:r>
              <a:rPr dirty="0" err="1"/>
              <a:t>Estructuras</a:t>
            </a:r>
            <a:r>
              <a:rPr dirty="0"/>
              <a:t>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grafo?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Estructura formada por vértices y aristas</a:t>
            </a:r>
          </a:p>
          <a:p>
            <a:r>
              <a:t>• Nuestro grafo es no dirigido</a:t>
            </a:r>
          </a:p>
          <a:p>
            <a:r>
              <a:t>• Representado mediante listas de adyacencia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de adyacencia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Útiles para grafos dispersos</a:t>
            </a:r>
          </a:p>
          <a:p>
            <a:r>
              <a:t>• Cada vértice tiene una lista de vecinos</a:t>
            </a:r>
          </a:p>
          <a:p>
            <a:r>
              <a:t>• Implementado mediante nodos enlazados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Estructuras usadas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Nodo:</a:t>
            </a:r>
          </a:p>
          <a:p>
            <a:r>
              <a:t>- destino</a:t>
            </a:r>
          </a:p>
          <a:p>
            <a:r>
              <a:t>- sig</a:t>
            </a:r>
          </a:p>
          <a:p>
            <a:endParaRPr/>
          </a:p>
          <a:p>
            <a:r>
              <a:t>struct Grafo:</a:t>
            </a:r>
          </a:p>
          <a:p>
            <a:r>
              <a:t>- numVertices</a:t>
            </a:r>
          </a:p>
          <a:p>
            <a:r>
              <a:t>- listasAdy[9]</a:t>
            </a:r>
          </a:p>
          <a:p>
            <a:r>
              <a:t>- nombres[9]</a:t>
            </a:r>
          </a:p>
          <a:p>
            <a:r>
              <a:t>- visitado[9]</a:t>
            </a:r>
          </a:p>
          <a:p>
            <a:endParaRPr/>
          </a:p>
          <a:p>
            <a:r>
              <a:t>struct Cola:</a:t>
            </a:r>
          </a:p>
          <a:p>
            <a:r>
              <a:t>- items</a:t>
            </a:r>
          </a:p>
          <a:p>
            <a:r>
              <a:t>- frente/final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Construcción del grafo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 usa agregarArista() para conectar nodos</a:t>
            </a:r>
          </a:p>
          <a:p>
            <a:r>
              <a:t>• Grafo no dirigido → se insertan aristas en ambos sentidos</a:t>
            </a:r>
          </a:p>
          <a:p>
            <a:r>
              <a:t>• realizarConexiones() replica el grafo mostrado en clase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Recorre el grafo por niveles</a:t>
            </a:r>
          </a:p>
          <a:p>
            <a:r>
              <a:t>• Usa una cola FIFO</a:t>
            </a:r>
          </a:p>
          <a:p>
            <a:r>
              <a:t>• Marca nodos visitados para evitar repeticiones</a:t>
            </a:r>
          </a:p>
          <a:p>
            <a:r>
              <a:t>• Ideal para obtener distancias mínimas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Cálculo de distancias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Variación de BFS</a:t>
            </a:r>
          </a:p>
          <a:p>
            <a:r>
              <a:t>• distancias[nodo] inicia en -1</a:t>
            </a:r>
          </a:p>
          <a:p>
            <a:r>
              <a:t>• Cada vecino obtiene distancias[actual] + 1</a:t>
            </a:r>
          </a:p>
          <a:p>
            <a:r>
              <a:t>• Permite saber cuántos 'saltos' hay entre dos nodos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Impresión de listas de adyacencia</a:t>
            </a:r>
          </a:p>
          <a:p>
            <a:r>
              <a:t>• Distancias entre nodos (s → z, s → w, etc.)</a:t>
            </a:r>
          </a:p>
          <a:p>
            <a:r>
              <a:t>• Recorrido BFS empezando en 's'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BFS garantiza encontrar el camino más corto en cantidad de aristas</a:t>
            </a:r>
          </a:p>
          <a:p>
            <a:r>
              <a:t>• Las listas de adyacencia permiten manipular grafos de forma eficiente</a:t>
            </a:r>
          </a:p>
          <a:p>
            <a:r>
              <a:t>• Útil para navegación, redes, búsquedas y análisis de conectividad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Presentación en pantalla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Implementación de Grafos y Búsqueda en Anchura (BFS)</vt:lpstr>
      <vt:lpstr>¿Qué es un grafo?</vt:lpstr>
      <vt:lpstr>Listas de adyacencia</vt:lpstr>
      <vt:lpstr>Estructuras usadas</vt:lpstr>
      <vt:lpstr>Construcción del grafo</vt:lpstr>
      <vt:lpstr>Algoritmo BFS</vt:lpstr>
      <vt:lpstr>Cálculo de distancias</vt:lpstr>
      <vt:lpstr>Resultados esperados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Osorio</cp:lastModifiedBy>
  <cp:revision>1</cp:revision>
  <dcterms:created xsi:type="dcterms:W3CDTF">2013-01-27T09:14:16Z</dcterms:created>
  <dcterms:modified xsi:type="dcterms:W3CDTF">2025-12-01T04:43:38Z</dcterms:modified>
  <cp:category/>
</cp:coreProperties>
</file>